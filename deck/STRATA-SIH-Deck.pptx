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5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51A"/>
                </a:solidFill>
                <a:latin typeface="Arial"/>
              </a:rPr>
              <a:t>Measured throughput — events/sec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events/sec</c:v>
                </c:pt>
              </c:strCache>
            </c:strRef>
          </c:tx>
          <c:spPr>
            <a:solidFill>
              <a:srgbClr val="D950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94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process</c:v>
                  </c:pt>
                  <c:pt idx="1">
                    <c:v>2 processes</c:v>
                  </c:pt>
                  <c:pt idx="2">
                    <c:v>8 cores (projected)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11440</c:v>
                </c:pt>
                <c:pt idx="1">
                  <c:v>20819</c:v>
                </c:pt>
                <c:pt idx="2">
                  <c:v>82900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94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94D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00"/>
          <c:min val="0"/>
        </c:scaling>
        <c:delete val="0"/>
        <c:axPos val="b"/>
        <c:majorGridlines>
          <c:spPr>
            <a:ln w="12700" cap="flat">
              <a:solidFill>
                <a:srgbClr val="E2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0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solidFill>
          <a:srgbClr val="FAFAF9"/>
        </a:solidFill>
        <a:ln>
          <a:noFill/>
        </a:ln>
        <a:effectLst/>
      </c:spPr>
    </c:plotArea>
    <c:plotVisOnly val="1"/>
    <c:dispBlanksAs val="span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cold, no slide: 'Every security device in this room writes down what it saw.' Then pull the network cable and say everything from here runs offline. STRATA — layers of rock. Each layer keeps what was laid down; nothing above rewrites what is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don't tell. Read two of the four lines aloud and let the audience see they are the same event. The punchline is the orange box: the industry's answer to this creates a second, worse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industry did not choose to lose data — it chose storage economics in 2005 and never revisited them. Compressed raw is 1.1–1.3× the feed today. The trade is no longer worth 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line through with your finger. The point to land: stages 7, 8 and 9 are impossible for a pipeline that discarded the raw. They are not extra features — they are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optimisation in the system that gets BETTER as sources are added. Everything else is a constant factor; this one changes the complexity class of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projection: 8-core is a labelled extrapolation from measured 2-core scaling, not a measurement. Judges respect the distinction and will ask if you blur it. The 1-process number alone already clears 11,574 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differentiator in the deck. If a judge remembers one slide, make it this one. Offer to run it live — it takes seconds and writes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break it live: flip one byte in a segment file and run audit. It names the record. Then show a hand-forged proof being rejected. Two commands, thirty seconds, ends the integrity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row in the live console rather than describing it. The two-way hover is the moment traceability stops being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— it is the crowd-pleaser. Quarantine tab → Onboard these → Analyse &amp; propose → read the YAML aloud → Publish. Then refresh and the same lines normalize.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ASA story honestly — it is the most credible thing in the deck. A parse that succeeds, validates, and is wrong is exactly the failure mode this whole design exists to make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table aloud. Leave it up for ten seconds and say: every row has a command next to it, and you can run all eleven yourself in under five minutes with the cable unplugged.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comes out of a command the judges can run. Say that explicitly. And volunteer the synthetic-data limitation before anyone asks — it costs nothing and buys all your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limitations before the panel does converts the hardest part of Q&amp;A into a credibility win. Each limitation here has a stated path forward — say the path, not just the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same sentence you opened with, then offer the live demo. Do not add a thank-you slide — end on the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737360"/>
            <a:ext cx="310896" cy="3108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21284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600" kern="0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4930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5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log pre-processing. Layered, legible, nothing rewritten.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023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A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vocabulary for every security device on the perimeter 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A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original byte kept, provably, forever.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5230368"/>
            <a:ext cx="10874959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5394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AA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 ·  UNIVERSAL LOG PRE-PROCESSING FRAMEWORK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27087" y="5394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air-gapped  ·  Pure Python  ·  91 tests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fact. Four vendors. Four vocabularies.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3619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talked to another machine and was blocked. Here is that single fact, written down four ways: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29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2029968"/>
            <a:ext cx="913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1,2026/08/26 14:32:07,0142,TRAFFIC,end,2561,...,10.10.4.55,203.0.113.42,...,deny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633472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FortiGate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688336"/>
            <a:ext cx="913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date=2026-08-26 srcip=10.10.4.55 srcport=49832 dstip=203.0.113.42 action="deny"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3291840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46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3346704"/>
            <a:ext cx="913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{"timestamp":"2026-08-26T14:32:07","src_ip":"10.10.4.55","dest_ip":"203.0.113.42"}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950208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ASA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231136" y="4005072"/>
            <a:ext cx="913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%ASA-6-106023: Deny outbound TCP connection for outside:203.0.113.42/443 to 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4718304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CEDE3"/>
          </a:solidFill>
          <a:ln w="12700">
            <a:solidFill>
              <a:srgbClr val="D950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4632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SIEM can only correlate what shares a vocabulary.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19379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somebody writes a parser per vendor. That parser keeps the dozen fields it was told to keep — and throws the original away.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perimeter network devices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ANSWER FAILS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parser is not the problem.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discard is.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84832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after the parser was written, a new attack technique makes field 38 matter.</a:t>
            </a:r>
            <a:endParaRPr lang="en-US" sz="1500" dirty="0"/>
          </a:p>
          <a:p>
            <a:pPr indent="0" marL="0">
              <a:lnSpc>
                <a:spcPts val="2130"/>
              </a:lnSpc>
              <a:buNone/>
            </a:pPr>
            <a:endParaRPr lang="en-US" sz="1500" dirty="0"/>
          </a:p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38 was never in the twelve. The line it came from is gone. There is no query, no vendor escalation and no budget that brings it 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639312"/>
            <a:ext cx="5577840" cy="1737360"/>
          </a:xfrm>
          <a:prstGeom prst="roundRect">
            <a:avLst>
              <a:gd name="adj" fmla="val 3158"/>
            </a:avLst>
          </a:prstGeom>
          <a:solidFill>
            <a:srgbClr val="FAE7E3"/>
          </a:solidFill>
          <a:ln w="12700">
            <a:solidFill>
              <a:srgbClr val="B23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7856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permanently lost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09651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re-analysis after a new IOC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admissibility — the original is the evidence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ML on fields nobody kept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correction to a mapping bug, retroactively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01968" y="2084832"/>
            <a:ext cx="4931359" cy="3291840"/>
          </a:xfrm>
          <a:prstGeom prst="roundRect">
            <a:avLst>
              <a:gd name="adj" fmla="val 1667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28600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 inverts 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761488"/>
            <a:ext cx="4419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B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999232"/>
            <a:ext cx="4419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 event = product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log = optional backup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730752"/>
            <a:ext cx="4419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968496"/>
            <a:ext cx="4419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bytes = source of truth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event = derived 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4718304"/>
            <a:ext cx="4419295" cy="0"/>
          </a:xfrm>
          <a:prstGeom prst="line">
            <a:avLst/>
          </a:prstGeom>
          <a:noFill/>
          <a:ln w="12700">
            <a:solidFill>
              <a:srgbClr val="CFCE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484632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deck follows from that one decision.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 the whole architecture rests 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stages. One direction. Nothing edited.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6916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116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list · rate limit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peer · size cap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16936" y="157276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CEDE3"/>
          </a:solidFill>
          <a:ln w="12700">
            <a:solidFill>
              <a:srgbClr val="D95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6916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116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zstd · sha256 · Merkle strata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75504" y="157276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1808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32704" y="16916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20116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one pass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same-family grammars 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34072" y="157276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0376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16916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580376" y="20116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grammar plan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closures, no dispatch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92640" y="157276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38944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16916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838944" y="20116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1.8 · enum collapse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 by set difference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303580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3154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34747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lake · CEF→SIEM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· in-memory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16936" y="303580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63240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374136" y="3154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34747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unknown formats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grammar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75504" y="303580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21808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32704" y="3154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REWIND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321808" y="34747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re-derives all history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untouched originals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34072" y="303580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0376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891272" y="3154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580376" y="34747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rebuild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re-hash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92640" y="3035808"/>
            <a:ext cx="2084832" cy="1243584"/>
          </a:xfrm>
          <a:prstGeom prst="roundRect">
            <a:avLst>
              <a:gd name="adj" fmla="val 4412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38944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0" y="3154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838944" y="34747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provenance inspector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audit log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 rot="5400000">
            <a:off x="2775204" y="213055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5033772" y="213055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7292340" y="213055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5400000">
            <a:off x="9550908" y="213055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400000">
            <a:off x="2775204" y="359359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5033772" y="359359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7292340" y="359359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9550908" y="3593592"/>
            <a:ext cx="109728" cy="128016"/>
          </a:xfrm>
          <a:prstGeom prst="triangle">
            <a:avLst/>
          </a:prstGeom>
          <a:solidFill>
            <a:srgbClr val="CFCEC8"/>
          </a:solidFill>
          <a:ln w="12700">
            <a:solidFill>
              <a:srgbClr val="CFCE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" y="4590288"/>
            <a:ext cx="10874959" cy="1207008"/>
          </a:xfrm>
          <a:prstGeom prst="roundRect">
            <a:avLst>
              <a:gd name="adj" fmla="val 4545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4400" y="4736592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" y="499262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edits or deletes;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are new derivations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368698" y="4736592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Content-addressed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368698" y="499262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sha256(payload) is the identity 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and idempotent replay, free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822997" y="4736592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not code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822997" y="499262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grammars are declarative YAML;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expressions, no imports, no shell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7–10 exist only because stage 2 keeps everything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SCALES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the 50th source costs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49 nothing.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1284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every grammar's rules against every line is O(grammars) per event — so adding sources makes the pipeline slower. Exactly backwards for a product whose promise is easy onboarding.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3346704"/>
            <a:ext cx="5669280" cy="2103120"/>
          </a:xfrm>
          <a:prstGeom prst="roundRect">
            <a:avLst>
              <a:gd name="adj" fmla="val 2609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511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 far cheaper to decide than identity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22192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character-counting pass tells you a line is JSON, or has 34 commas, or holds 12 key=value pairs. That assigns a structural family — and only same-family grammars are then evaluated.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 is computed once and reused by triage, the compiler and the Forge.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11696" y="2212848"/>
            <a:ext cx="4821631" cy="3236976"/>
          </a:xfrm>
          <a:prstGeom prst="roundRect">
            <a:avLst>
              <a:gd name="adj" fmla="val 1695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86016" y="24871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83296" y="2487168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grammars registered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32369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083296" y="3236976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counting pass assigns a family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083296" y="3986784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per 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86016" y="4736592"/>
            <a:ext cx="4272991" cy="0"/>
          </a:xfrm>
          <a:prstGeom prst="line">
            <a:avLst/>
          </a:prstGeom>
          <a:noFill/>
          <a:ln w="12700">
            <a:solidFill>
              <a:srgbClr val="CFCE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86016" y="4846320"/>
            <a:ext cx="4272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5212080"/>
            <a:ext cx="42729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classification work avoided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a 20,000-event multi-vendor corpus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per day is a five-figure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events-per-second problem.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5394960" cy="841248"/>
          </a:xfrm>
          <a:prstGeom prst="roundRect">
            <a:avLst>
              <a:gd name="adj" fmla="val 5435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22576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1,000,000,000 events/day ÷ 86,400 s  =  11,574 eps sustained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× 3 peak factor  ≈  35,000 eps peak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55264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distinction decides the architecture — in particular whether a rewrite in a compiled language is necessary. It is not. Three changes got pure Python past the target: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4517136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grammars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4425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with args bound; no per-event dispatch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4901184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809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Shape-first triage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4809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classification work never runs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5285232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193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time parsers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5193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faster than strptime, and explicit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19088" y="2157984"/>
          <a:ext cx="5114239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419088" y="5120640"/>
            <a:ext cx="5114239" cy="658368"/>
          </a:xfrm>
          <a:prstGeom prst="roundRect">
            <a:avLst>
              <a:gd name="adj" fmla="val 8333"/>
            </a:avLst>
          </a:prstGeom>
          <a:solidFill>
            <a:srgbClr val="E4F0E9"/>
          </a:solidFill>
          <a:ln w="12700">
            <a:solidFill>
              <a:srgbClr val="1C6E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0256" y="5212080"/>
            <a:ext cx="47119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scaling efficiency → ≈7.2 billion events/day on one 8-core node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2-core container · CPython 3.11 · engine only, outlets disabled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NOBODY ELSE HAS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grammar. Fix the past.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8366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in, you find a mapping bug. Every event derived from that grammar has been wrong since the day it shipped. What happens next?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01752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FAE7E3"/>
          </a:solidFill>
          <a:ln w="12700">
            <a:solidFill>
              <a:srgbClr val="B23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31638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pipeline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4747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going forward. Six months of history stays wrong — the inputs that would let you re-derive them were discarded on ingest.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84448" y="301752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E4F0E9"/>
          </a:solidFill>
          <a:ln w="12700">
            <a:solidFill>
              <a:srgbClr val="1C6E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5616" y="31638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34747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YAML. Replay the ledger. Every historical event is re-derived from originals that were never touched.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1696" y="1883664"/>
            <a:ext cx="4821631" cy="1207008"/>
          </a:xfrm>
          <a:prstGeom prst="roundRect">
            <a:avLst>
              <a:gd name="adj" fmla="val 3788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76288" y="1993392"/>
            <a:ext cx="449244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strata rewind --dry-run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records replayed   20,000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re-derived         20,000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still quarantined       0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C6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ledger bytes written   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11696" y="3346704"/>
            <a:ext cx="4821631" cy="1773936"/>
          </a:xfrm>
          <a:prstGeom prst="roundRect">
            <a:avLst>
              <a:gd name="adj" fmla="val 3093"/>
            </a:avLst>
          </a:prstGeom>
          <a:solidFill>
            <a:srgbClr val="FCEDE3"/>
          </a:solidFill>
          <a:ln w="12700">
            <a:solidFill>
              <a:srgbClr val="D950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3566160"/>
            <a:ext cx="4382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≈60 lines of code.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3895344"/>
            <a:ext cx="43827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it is easy — because the architecture was built for it. No pipeline that discards the raw can do this at any price.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(a) is not a feature here. It is the substrate.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just integrity.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8366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chain proves the whole archive is unaltered — and nothing less. To convince a third party that ONE line is present, a chain makes you hand over every other line.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2889504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AE7E3"/>
          </a:solidFill>
          <a:ln w="12700">
            <a:solidFill>
              <a:srgbClr val="B23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real case, the other lines belong to other people.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4670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investigations, other customers, other jurisdictions. Disclosure is often precisely what you cannot 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315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each stratum is sealed with a Merkle tree.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64515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is proven with ~log₂(n) sibling hashes. The verifier learns that this line is in the archive and nothing whatsoever about any other.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28816" y="1883664"/>
            <a:ext cx="5004511" cy="1207008"/>
          </a:xfrm>
          <a:prstGeom prst="roundRect">
            <a:avLst>
              <a:gd name="adj" fmla="val 3788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1993392"/>
            <a:ext cx="46753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strata prove 9f2c1a...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stratum            1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leaves        20,000
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proof size  15 hashes
</a:t>
            </a:r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C6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verified         YES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28816" y="3383280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48272" y="3282696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6962 domain separation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3529584"/>
            <a:ext cx="4785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and nodes hashed with distinct prefixes — otherwise a node can be presented as a leaf and a proof forged for data never stored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28816" y="4169664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48272" y="406908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nodes promoted, not duplicated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4315968"/>
            <a:ext cx="4785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duplicating makes two distinct trees share a root, which is its own forgery vector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4956048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4855464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Roots chained across strata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5102352"/>
            <a:ext cx="47850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with a sealed stratum and the chain breaks at the next one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proofs are rejected — there is a test for each of the three faults above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(d), as something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point at.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12848"/>
            <a:ext cx="5760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answer traceability with an identifier you could, in principle, look up somewhere. The console shows the original bytes with every extracted value highlighted — each linked to the OCSF field it became.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3127248"/>
            <a:ext cx="5760720" cy="2286000"/>
          </a:xfrm>
          <a:prstGeom prst="roundRect">
            <a:avLst>
              <a:gd name="adj" fmla="val 2400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3255264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BYTES  ·  record 9f2c1a4e…  ·  312 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29584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2026-08-26 14:32:07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devname=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FGT-EDGE-01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srcip=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10.10.4.55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srcport=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49832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dstip=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203.0.113.42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CED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"deny"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policyid=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AF0D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1047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sessionid=</a:t>
            </a:r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4151A"/>
                </a:solidFill>
                <a:highlight>
                  <a:srgbClr val="FAF0D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88213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" y="4553712"/>
            <a:ext cx="5358384" cy="0"/>
          </a:xfrm>
          <a:prstGeom prst="line">
            <a:avLst/>
          </a:prstGeom>
          <a:noFill/>
          <a:ln w="12700">
            <a:solidFill>
              <a:srgbClr val="CFCE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681728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42–52</a:t>
            </a:r>
            <a:pPr indent="0" marL="0">
              <a:buNone/>
            </a:pPr>
            <a:r>
              <a:rPr lang="en-US" sz="100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000" b="1" dirty="0">
                <a:solidFill>
                  <a:srgbClr val="14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src_endpoint.ip</a:t>
            </a:r>
            <a:pPr indent="0" marL="0">
              <a:buNone/>
            </a:pPr>
            <a:r>
              <a:rPr lang="en-US" sz="1000" dirty="0">
                <a:solidFill>
                  <a:srgbClr val="8B9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via grammar </a:t>
            </a:r>
            <a:pPr indent="0" marL="0">
              <a:buNone/>
            </a:pPr>
            <a:r>
              <a:rPr lang="en-US" sz="100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fortigate.traffic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99262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consumed</a:t>
            </a:r>
            <a:pPr indent="0" marL="0">
              <a:buNone/>
            </a:pPr>
            <a:r>
              <a:rPr lang="en-US" sz="10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50" dirty="0">
                <a:solidFill>
                  <a:srgbClr val="96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fields preserved as unmapped residue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03136" y="2212848"/>
            <a:ext cx="4730191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04304" y="2340864"/>
            <a:ext cx="4327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ranges, both ways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2578608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highlighted span to see its OCSF field; hover a field to see the bytes it came from.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03136" y="3310128"/>
            <a:ext cx="4730191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04304" y="3438144"/>
            <a:ext cx="4327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 is visible, not silent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04304" y="3675888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no grammar claimed are kept in OCSF's own unmapped object — computed by set difference, so nothing can be quietly dropped.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03136" y="4407408"/>
            <a:ext cx="4730191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04304" y="4535424"/>
            <a:ext cx="4327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names its grammar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04304" y="4773168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its version. A mapping change is attributable to a specific grammar revision.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1.8 · Linux Foundation · the base event class defines unmapped and raw_data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unknown vendor, live on stage,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under ten milliseconds.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8600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(e) and (i): plug-and-play onboarding, and less parser-writing effort. The Forge reads quarantined lines and proposes a grammar.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798064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962656"/>
            <a:ext cx="310896" cy="310896"/>
          </a:xfrm>
          <a:prstGeom prst="ellipse">
            <a:avLst/>
          </a:prstGeom>
          <a:solidFill>
            <a:srgbClr val="1415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2962656"/>
            <a:ext cx="179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64992"/>
            <a:ext cx="2202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quarantined lines by structure; mine a template across the cluster.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7400" y="2798064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0280" y="2962656"/>
            <a:ext cx="310896" cy="310896"/>
          </a:xfrm>
          <a:prstGeom prst="ellipse">
            <a:avLst/>
          </a:prstGeom>
          <a:solidFill>
            <a:srgbClr val="1415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028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12616" y="2962656"/>
            <a:ext cx="179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10280" y="3364992"/>
            <a:ext cx="2202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hints where fields are named — values and adjacency where they are not.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6432" y="2798064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9312" y="2962656"/>
            <a:ext cx="310896" cy="310896"/>
          </a:xfrm>
          <a:prstGeom prst="ellipse">
            <a:avLst/>
          </a:prstGeom>
          <a:solidFill>
            <a:srgbClr val="1415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931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81648" y="2962656"/>
            <a:ext cx="179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3364992"/>
            <a:ext cx="2202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complete YAML grammar with confidence per field.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5463" y="2798064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CEDE3"/>
          </a:solidFill>
          <a:ln w="12700">
            <a:solidFill>
              <a:srgbClr val="D950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8343" y="2962656"/>
            <a:ext cx="310896" cy="310896"/>
          </a:xfrm>
          <a:prstGeom prst="ellipse">
            <a:avLst/>
          </a:prstGeom>
          <a:solidFill>
            <a:srgbClr val="D9500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8343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50679" y="2962656"/>
            <a:ext cx="179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48343" y="3364992"/>
            <a:ext cx="2202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approves. Hot reload. No restart.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4572000"/>
            <a:ext cx="5669280" cy="1225296"/>
          </a:xfrm>
          <a:prstGeom prst="roundRect">
            <a:avLst>
              <a:gd name="adj" fmla="val 4478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47000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values, not just names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4974336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CSV has no names at all — and positional CSV is most of the perimeter. Knowing every value in a column is an IPv4 address, and the column two later is always an integer under 65536, tells you it is a source endpoint and its port.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20256" y="4572000"/>
            <a:ext cx="1454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620256" y="5138928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found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57946" y="4572000"/>
            <a:ext cx="1454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57946" y="5138928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895637" y="4572000"/>
            <a:ext cx="1454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ms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9895637" y="5138928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620256" y="5468112"/>
            <a:ext cx="49130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“MERIDIAN-GW” format, quarantined → published, during the demo.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 proposes. A human publishes. That boundary is deliberate.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PROPERTY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beats wrong.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misidentified log confidently parsed into the wrong fields is more dangerous than an unparsed one — because it looks correct, and nothing alerts. It will sit in the SIEM being quietly wrong for years.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907792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962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carries a confidence score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04688" y="2962656"/>
            <a:ext cx="5790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boolean match. Signature weight, family agreement and field yield all contribute.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3566160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621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lowers confidence rather than hiding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3621024"/>
            <a:ext cx="5790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grammars score within 12% of each other, both are penalised. A coin-flip must never present as certainty.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224528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floor → quarantine, visibly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4279392"/>
            <a:ext cx="5790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silently dropped, not force-fit. Quarantined records are in the ledger, on the console, and one click from the Forge.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4882896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AF0DC"/>
          </a:solidFill>
          <a:ln w="12700">
            <a:solidFill>
              <a:srgbClr val="9662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992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6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ASA bug is the case in point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04688" y="4992624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writes “for outside:X … to inside:Y”, so on an outbound connection the FIRST address is the destination. Positional naming parsed cleanly, validated as OCSF, and swapped source and destination on 135 events. Caught by ground-truth comparison, not by tests passing.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found during the build has a regression test marked REGRESSION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TRACEABILITY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eleven, and how to check each one.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42416" y="1700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242816" y="1700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LIVES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900416" y="170078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975104"/>
            <a:ext cx="10874959" cy="0"/>
          </a:xfrm>
          <a:prstGeom prst="line">
            <a:avLst/>
          </a:prstGeom>
          <a:noFill/>
          <a:ln w="12700">
            <a:solidFill>
              <a:srgbClr val="CFCE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48256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048256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raw preservation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42816" y="204825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store/ledger.py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900416" y="2048256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strata audit → 100.000000%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04872"/>
            <a:ext cx="11094415" cy="356616"/>
          </a:xfrm>
          <a:prstGeom prst="rect">
            <a:avLst/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404872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2404872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source attributes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42816" y="240487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parse/ + 10 grammars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900416" y="2404872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strata ingest → map rate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761488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2761488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taxonomy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42816" y="276148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mapping/ocsf.py → OCSF 1.8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900416" y="2761488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event validated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118104"/>
            <a:ext cx="11094415" cy="356616"/>
          </a:xfrm>
          <a:prstGeom prst="rect">
            <a:avLst/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118104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3118104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42816" y="311810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envelope + inspector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900416" y="3118104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→ Inspector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474720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347472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onboarding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42816" y="347472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learn/forge.py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900416" y="3474720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 tab, no restart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31336"/>
            <a:ext cx="11094415" cy="356616"/>
          </a:xfrm>
          <a:prstGeom prst="rect">
            <a:avLst/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3831336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3831336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visibility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242816" y="383133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 console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900416" y="3831336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strata console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187952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" y="4187952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+ lake integration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42816" y="418795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io/outlets.py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900416" y="4187952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strata query "SELECT …"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544568"/>
            <a:ext cx="11094415" cy="356616"/>
          </a:xfrm>
          <a:prstGeom prst="rect">
            <a:avLst/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4544568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042416" y="4544568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AI/ML-ready output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242816" y="454456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Parquet, stable names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900416" y="4544568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strata query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901184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042416" y="4901184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parser effort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242816" y="490118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learn/forge.py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900416" y="4901184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→ seconds, on stage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5257800"/>
            <a:ext cx="11094415" cy="356616"/>
          </a:xfrm>
          <a:prstGeom prst="rect">
            <a:avLst/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8368" y="5257800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042416" y="525780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operation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242816" y="525780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install-offline.sh, CI-enforced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7900416" y="5257800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unplug the cable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5614416"/>
            <a:ext cx="201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1042416" y="5614416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242816" y="561441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Dockerfile, compose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7900416" y="5614416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organised by requirement, not by module — the suite doubles as evidence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CLAIMED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events. Ten vendors.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to reproduce.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340864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100.000000%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852928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494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BYTE-EXACT FIDELITY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10896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reconstructed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re-hashed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7400" y="2212848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8568" y="2340864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98.97%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28568" y="2852928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494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TO OCSF 1.8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28568" y="310896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is a format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grammar knows — by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6432" y="2212848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7600" y="2340864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97600" y="2852928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494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ACCURACY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397600" y="310896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src, dst, sport, dport against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ground truth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5463" y="2212848"/>
            <a:ext cx="2567864" cy="1572768"/>
          </a:xfrm>
          <a:prstGeom prst="roundRect">
            <a:avLst>
              <a:gd name="adj" fmla="val 3488"/>
            </a:avLst>
          </a:prstGeom>
          <a:solidFill>
            <a:srgbClr val="F2F1EE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6631" y="2340864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11,440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66631" y="2852928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494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EVENTS/SEC, 1 PROCESS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166631" y="310896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20,819 on two workers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scaling efficiency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986784"/>
            <a:ext cx="5669280" cy="1371600"/>
          </a:xfrm>
          <a:prstGeom prst="roundRect">
            <a:avLst>
              <a:gd name="adj" fmla="val 3333"/>
            </a:avLst>
          </a:prstGeom>
          <a:solidFill>
            <a:srgbClr val="EAE9E5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096512"/>
            <a:ext cx="5340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B23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strata demo
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merkle roots + chain      intact
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unknown vendor format     8 fields, 7 auto-mapped, &lt;10 ms
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rewind                    20,000 / 20,000 re-derived, 0 quarantined
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94D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triage                    2.7 of 10 grammars evaluated per line
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C6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air-gap                   0 external refs, 0 network-client imports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39867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986784"/>
            <a:ext cx="39438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20256" y="44439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443984"/>
            <a:ext cx="39438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families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20256" y="49011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901184"/>
            <a:ext cx="39438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20256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5358384"/>
            <a:ext cx="39438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references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logs are synthetic, generated from published vendor field references — stated up front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137160" cy="137160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network it will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run 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2249424"/>
            <a:ext cx="3478682" cy="2157984"/>
          </a:xfrm>
          <a:prstGeom prst="roundRect">
            <a:avLst>
              <a:gd name="adj" fmla="val 2542"/>
            </a:avLst>
          </a:prstGeom>
          <a:solidFill>
            <a:srgbClr val="E4F0E9"/>
          </a:solidFill>
          <a:ln w="12700">
            <a:solidFill>
              <a:srgbClr val="1C6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414016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06624"/>
            <a:ext cx="30397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build-bundle.sh on a connected machine, carry the folder across, then install-offline.sh. pip runs with --no-index, so reaching the network is impossible rather than merely unnecessary.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767328"/>
            <a:ext cx="30397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fails the build on any external reference or network-client import.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6506" y="2249424"/>
            <a:ext cx="3478682" cy="2157984"/>
          </a:xfrm>
          <a:prstGeom prst="roundRect">
            <a:avLst>
              <a:gd name="adj" fmla="val 2542"/>
            </a:avLst>
          </a:prstGeom>
          <a:solidFill>
            <a:srgbClr val="FCEDE3"/>
          </a:solidFill>
          <a:ln w="12700">
            <a:solidFill>
              <a:srgbClr val="B23F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5962" y="2414016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23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CONTAINERISED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5962" y="2706624"/>
            <a:ext cx="30397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-d. Console on 8400, syslog on UDP 514 and TCP 601. Non-root user, pinned base, secret from the environment.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5962" y="3767328"/>
            <a:ext cx="30397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.env file is the entire configuration surface.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4645" y="2249424"/>
            <a:ext cx="3478682" cy="2157984"/>
          </a:xfrm>
          <a:prstGeom prst="roundRect">
            <a:avLst>
              <a:gd name="adj" fmla="val 2542"/>
            </a:avLst>
          </a:prstGeom>
          <a:solidFill>
            <a:srgbClr val="FAF0DC"/>
          </a:solidFill>
          <a:ln w="12700">
            <a:solidFill>
              <a:srgbClr val="966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4101" y="2414016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6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HONEST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74101" y="2706624"/>
            <a:ext cx="30397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Single-writer ledger enforced with a lock at the door — a second process refuses with a named error instead of corrupting a segment.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74101" y="3767328"/>
            <a:ext cx="30397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sharding, exactly as it would work across machines.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5902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— stated plainly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9011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logs are synthetic, from published vendor field references — structurally faithful, not captured traffic.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8-core throughput figure is a labelled projection from measured 2-core scaling, not a measurement.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mappings cover the fields our sources emit, not the full 1.8 schema; validation checks structure.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9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at rest — the frame format carries a version byte so it can be added without migration.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38251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otherwise is how a viva goes badly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89324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FC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81328"/>
            <a:ext cx="219456" cy="21945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1883664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translator that never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throws anything away.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3739896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vocabulary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36118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1.8 across every perimeter vendor — 98.97% normalized, residue preserved, never dropped.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4361688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original byte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423367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100.000000% byte-exact, Merkle-sealed, provable one record at a time without disclosing any other.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4983480"/>
            <a:ext cx="82296" cy="82296"/>
          </a:xfrm>
          <a:prstGeom prst="rect">
            <a:avLst/>
          </a:prstGeom>
          <a:solidFill>
            <a:srgbClr val="D950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4882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 you can still fix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4855464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grammar, re-derive six months of history. No tool that discards the raw can do this.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5797296"/>
            <a:ext cx="10874959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5943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32527" y="5943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A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strata.py demo   ·   90 seconds   ·   no network required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Smart India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STRATA — Universal Log Pre-processing Framework</dc:title>
  <dc:subject>PptxGenJS Presentation</dc:subject>
  <dc:creator>Team STRATA</dc:creator>
  <cp:lastModifiedBy>Team STRATA</cp:lastModifiedBy>
  <cp:revision>1</cp:revision>
  <dcterms:created xsi:type="dcterms:W3CDTF">2026-08-26T10:31:49Z</dcterms:created>
  <dcterms:modified xsi:type="dcterms:W3CDTF">2026-08-26T10:31:49Z</dcterms:modified>
</cp:coreProperties>
</file>